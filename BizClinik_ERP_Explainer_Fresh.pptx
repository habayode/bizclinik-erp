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4978908"/>
            <a:ext cx="3291840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48640" y="22128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accounting software for Nigerian businesses — on the web.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503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HAG_Ai  ·  erp.hagai.online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books live in too many places.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Spreadsheets, a notebook, WhatsApp receipts, the bank app — and nothing agrees.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1168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" y="22128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61288" y="2176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break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1288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wrong cell and the numbers stop adding up.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01168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22128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50408" y="21762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0408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here, expenses there, cash somewhere else.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089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" y="33101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61288" y="32735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is guesswork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61288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VAT, PAYE and WHT worked out by hand, late.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1089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1089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8616" y="33101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550408" y="32735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trust the total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3566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"How much did we actually make?" — nobody's sure.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keeps your books right.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 ERP runs your whole business on a proper double-entry ledger — automatically.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965960"/>
            <a:ext cx="64008" cy="2286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2402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sale, purchase, payment and payroll run posts to the ledger by itself.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get accurate books, real reports, and Nigerian tax handled — without an accountant babysitting a spreadsheet.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291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3291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291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291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34440" y="3749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749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3749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749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6FFFA"/>
          </a:solidFill>
          <a:ln w="9525">
            <a:solidFill>
              <a:srgbClr val="0EA5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749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ledger — not a spreadsheet.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Double-entry means every transaction balances. The books are always trustworthy.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329184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3291840" cy="6400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 +  Equity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Enforced on every entry — plus a full audit trail of who did what, and period locks so closed months can't silently change.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business runs 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8892" y="1783080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" y="1783080"/>
            <a:ext cx="64008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" y="19842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20140" y="1947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&amp; sales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0140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Quotes, invoices, receipts, customer statements.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7540" y="1783080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7540" y="1783080"/>
            <a:ext cx="64008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6996" y="19842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6996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018788" y="1947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&amp; expenses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18788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Bills, payments, supplier tracking.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6188" y="1783080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6188" y="1783080"/>
            <a:ext cx="64008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5644" y="19842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17436" y="19476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17436" y="22402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levels, average cost, automatic COGS.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8892" y="2752344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8892" y="2752344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" y="295351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20140" y="2916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20140" y="32095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Nigerian graduated PAYE, payslips.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7540" y="2752344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7540" y="2752344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96996" y="295351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6996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018788" y="2916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18788" y="32095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Import statements, auto-match, reconcile.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76188" y="2752344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76188" y="2752344"/>
            <a:ext cx="6400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5644" y="295351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5644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917436" y="2916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17436" y="32095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VAT, withholding tax, FIRS e-invoice drafts.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8892" y="3721608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8892" y="3721608"/>
            <a:ext cx="64008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8348" y="3922776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120140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20140" y="4178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Flow, agings.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77540" y="3721608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77540" y="3721608"/>
            <a:ext cx="64008" cy="8412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96996" y="3922776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96996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4018788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018788" y="4178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Recurring invoices, month-end close.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76188" y="3721608"/>
            <a:ext cx="2788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76188" y="3721608"/>
            <a:ext cx="6400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95644" y="3922776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5644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6917436" y="3886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17436" y="4178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Leads, pipeline, follow-ups → customers.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 once. The books update themselves.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Example: raising one invoice.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88595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" cy="17373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" y="2834640"/>
            <a:ext cx="1575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invoice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3182112"/>
            <a:ext cx="15750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Pick a customer, add items. Done.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71750" y="2103120"/>
            <a:ext cx="188595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71750" y="2103120"/>
            <a:ext cx="64008" cy="17373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54630" y="2286000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463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36342" y="2834640"/>
            <a:ext cx="1575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update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36342" y="3182112"/>
            <a:ext cx="15750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Sales, VAT, receivables and stock all post automatically.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6300" y="2103120"/>
            <a:ext cx="188595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6300" y="2103120"/>
            <a:ext cx="64008" cy="17373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9180" y="2286000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91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50892" y="2834640"/>
            <a:ext cx="1575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50892" y="3182112"/>
            <a:ext cx="15750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 the payment; the bank and customer balance update.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00850" y="2103120"/>
            <a:ext cx="188595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0850" y="2103120"/>
            <a:ext cx="64008" cy="17373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3730" y="2286000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373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65442" y="2834640"/>
            <a:ext cx="1575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truth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65442" y="3182112"/>
            <a:ext cx="157505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It's already in your P&amp;L, balance sheet and aging.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NIGERIA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rules, handled out of the box.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foreign tool bent to fit — built for how Nigerian SMEs actually operate.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" y="196596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" y="19659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PAYE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" y="24231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 banded pay-as-you-earn, not a flat guess.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7540" y="196596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7540" y="19659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2132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&amp; WHT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2132" y="24231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7.5% VAT and withholding tax, with WHT certificates.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6188" y="196596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6188" y="19659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0780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 e-invoice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0780" y="24231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Generates the FIRS-style e-invoice + QR (MBS-ready).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" y="3273552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8892" y="3273552"/>
            <a:ext cx="64008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" y="3401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Naira-first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" y="37307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₦ functional currency, with foreign-currency support.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7540" y="3273552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7540" y="3273552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2132" y="3401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banks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42132" y="37307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Imports GTB, Access, Zenith, FBN, Moniepoint statements.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6188" y="3273552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6188" y="3273552"/>
            <a:ext cx="64008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0780" y="3401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locally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0780" y="373075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HAG_Ai, for Nigerian businesses.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BUSINESS — OR MANY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business from one login.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business gets its own private books and its own web address.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64008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2128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52728" y="2176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separate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2728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business is an isolated database — no mixing.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011680"/>
            <a:ext cx="64008" cy="9144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2212848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50408" y="2176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subdomain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0408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yourbusiness.erp.hagai.online lands on its own books.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5468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33558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52728" y="3319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branding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5272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Per-business invoice logo, colour and details.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154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15468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8616" y="33558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550408" y="3319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Give staff the right access per business.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&amp; GROW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payments and win more customers.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Subscriptions and a built-in CRM, connected to your books.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64008" cy="21945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 payments via Paystack, Flutterwave or Moniepoint — switch provider any time, no rebuild. Subscriptions activate automatically on payment.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11680"/>
            <a:ext cx="64008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leads, move deals through a pipeline, and set follow-up reminders. Win a deal and it becomes a customer you can invoice — in one click.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protected — and recoverable.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boring, essential stuff, done properly.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" y="1965960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" y="1965960"/>
            <a:ext cx="64008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change is recorded: who, what, when.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7540" y="1965960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7540" y="1965960"/>
            <a:ext cx="64008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2132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2132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 see only what they should.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6188" y="1965960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6188" y="196596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0780" y="20939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0780" y="24231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Nightly, encrypted, stored safely off-site.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" y="3227832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8892" y="3227832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3484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open ports; traffic over an encrypted tunnel.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7540" y="3227832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7540" y="3227832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2132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42132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Auto-restart + health checks keep it running.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6188" y="3227832"/>
            <a:ext cx="2788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6188" y="3227832"/>
            <a:ext cx="64008" cy="10972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0780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0780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— handles many users at once.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ANY DEVICE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install. Just open the link.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 on a laptop in the office and a phone on the move.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64008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212848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52728" y="2176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2728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erp.hagai.online in any browser — no setup.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1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011680"/>
            <a:ext cx="64008" cy="9144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2212848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50408" y="2176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0408" y="2468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Responsive layout for phone-first data entry.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5468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335584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52728" y="3319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5272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Updates roll out centrally; you're always on the latest.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15468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15468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8616" y="3355848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550408" y="33192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out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5040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API + webhooks to plug into other tools.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erp.hagai.online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Grow when you're ready.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business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2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accounting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920240"/>
            <a:ext cx="64008" cy="24688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₦15,000/mo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5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Invoicing + bank rec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 e-invoice drafts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517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1F3864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920240"/>
            <a:ext cx="6400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₦45,000/mo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Multi-currency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+ priority support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Indicative pricing — set to your market.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business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books you can trust.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it in your browser and start today — no installation, no spreadsheets.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03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erp.hagai.online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3703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HAG_Ai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HAG_Ai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BizClinik ERP — Explainer</dc:title>
  <dc:subject>PptxGenJS Presentation</dc:subject>
  <dc:creator>HAG_Ai</dc:creator>
  <cp:lastModifiedBy>HAG_Ai</cp:lastModifiedBy>
  <cp:revision>1</cp:revision>
  <dcterms:created xsi:type="dcterms:W3CDTF">2026-06-05T21:13:38Z</dcterms:created>
  <dcterms:modified xsi:type="dcterms:W3CDTF">2026-06-05T21:13:38Z</dcterms:modified>
</cp:coreProperties>
</file>