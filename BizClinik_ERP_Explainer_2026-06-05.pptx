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978908"/>
            <a:ext cx="3200400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Double-entry accounting for Nigerian SMEs, on the web.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5034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HAG_Ai  ·  erp.hagai.online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SMEs still run on spreadsheets.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classic BizClinik xlsx gives you forms — but no real ledger underneath.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931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39572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359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double-entry ledger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651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Numbers live in cells. Nothing forces debits to equal credits. Reports drift over time.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194560"/>
            <a:ext cx="3931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19456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239572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2359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dashboards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32120" y="2651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P&amp;L, balance sheet and cash flow exist only when someone manually refreshes formulas.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3931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8328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58444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3547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Single-user, single-file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3840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person edits at a time. Email the workbook to share. Version conflicts everywhere.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383280"/>
            <a:ext cx="3931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38328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358444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32120" y="3547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VAT + COGS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2120" y="3840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VAT, input VAT, and cost of goods sold are recomputed by hand each month.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 ERP, built on a system of record.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SQLite ledger · double-entry GL · multi-page web UI · single password gate.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6791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2679192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invoice, bill, receipt and payment lands in one balanced journal entry. Trial Balance always equals zero.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19272" y="2103120"/>
            <a:ext cx="26791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9272" y="2103120"/>
            <a:ext cx="2679192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593592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not Excel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93592" y="32918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Multi-page Streamlit UI. Open anywhere. Add a user, share the URL — no file passing.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81344" y="2103120"/>
            <a:ext cx="26791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2103120"/>
            <a:ext cx="2679192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55664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55664" y="32918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SQLite file you can back up, export, audit. CLI + Python API on the same engine.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modules. One ledger.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module reads and writes the same general ledger underneath.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48840"/>
            <a:ext cx="73152" cy="1143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1343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26517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Quote / Order / Invoice / Receipt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84832" y="214884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84832" y="214884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31343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26517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 / Bill / Payment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03904" y="214884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03904" y="214884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05072" y="231343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05072" y="26517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Weighted-avg cost, stock card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22976" y="214884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22976" y="214884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24144" y="231343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24144" y="26517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Transfers, charges, reconcile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42048" y="214884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42048" y="214884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231343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43216" y="26517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PAYE, pension, payslips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47472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47472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63931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6928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Trial balance, journal entry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84832" y="347472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084832" y="3474720"/>
            <a:ext cx="73152" cy="1143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0" y="363931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286000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P&amp;L, BS, CF, AR/AP aging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03904" y="347472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03904" y="347472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05072" y="363931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005072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VAT return, WHT position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22976" y="347472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22976" y="347472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24144" y="363931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724144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Company, customers, suppliers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242048" y="347472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42048" y="347472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3216" y="363931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443216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Import xlsx, manage DB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→ Order → Invoice → Receipt.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Issuing the invoice auto-posts revenue, VAT, AR, and COGS in one journal entry.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+ line items. No ledger impact.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4612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 quote when accepted. Operational only.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Auto-posts DR Receivable · CR Revenue · CR Output VAT · plus DR COGS · CR Inventory at avg cost.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0372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4380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4380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 Bank · CR Receivable. Marks invoice paid / partial.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rot="5400000">
            <a:off x="2331720" y="2514600"/>
            <a:ext cx="228600" cy="22860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4480560" y="2514600"/>
            <a:ext cx="228600" cy="22860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400000">
            <a:off x="6629400" y="2514600"/>
            <a:ext cx="228600" cy="22860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impact of one invoice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Accounts Receivable     ·     CR Sales     ·     CR Output VAT     ·     DR COGS     ·     CR Inventory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CYCLE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→ Bill → Payment.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Receiving a bill capitalises inventory or expenses it, and updates weighted-avg cost.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Supplier + items. Operational only.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4612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Stockable lines: DR Inventory · DR Input VAT · CR Payable. Non-stock: DR expense account.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Auto-update qty on hand + recompute avg cost: ((qty × avg) + (new × rate)) ÷ total.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0372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4380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4380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 Payable · CR Bank. Marks bill paid / partial.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rot="5400000">
            <a:off x="2331720" y="2514600"/>
            <a:ext cx="228600" cy="22860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4480560" y="2514600"/>
            <a:ext cx="228600" cy="22860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400000">
            <a:off x="6629400" y="2514600"/>
            <a:ext cx="228600" cy="22860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impact of one bill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Inventory  ·  DR Input VAT     ·     CR Accounts Payable     ·     stock card + avg cost updated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comes from the ledger.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Reports are derived, not typed. The numbers can't drift.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840480" cy="2377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  +  Equity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Enforced at every JE post.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194560"/>
            <a:ext cx="45720" cy="7315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= CR at post 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468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Refuse the entry if it doesn't balance. No bad data enters the books.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999232"/>
            <a:ext cx="45720" cy="7315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9992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derive from the GL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2735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P&amp;L, Balance Sheet, Cash Flow read posted journal lines — never spreadsheet cells.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803904"/>
            <a:ext cx="45720" cy="7315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8039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Audit-friendly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40782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transaction has an entry no. Drill from any report cell to its source documents.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ZERO-FRICTION MIGRATION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your existing BizClinik workbook.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Customers, suppliers, products and every historical row get posted as proper journal entries.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77440"/>
            <a:ext cx="24688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xlsx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Company Details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Supplier Module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Module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Operating Module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Chart of Accounts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383280" y="3154680"/>
            <a:ext cx="457200" cy="365760"/>
          </a:xfrm>
          <a:prstGeom prst="rtTriangl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3611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bizclinik_erp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import-bizclinik file.xlsx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0" y="2377440"/>
            <a:ext cx="4389120" cy="18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560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live ledger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28803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Master records: customers, suppliers, products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Balanced journal entries per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at weighted-avg 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Trial Balance balances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P&amp;L, Balance Sheet, Cash Flow available immediately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you can hand to your accountant.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Date-filter any report. Drill into a number to see the supporting transactions.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54864" cy="8686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58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Revenue, direct costs, gross profit, opex, net profit — by period.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148840"/>
            <a:ext cx="54864" cy="8686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258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= L + E, with current-year earnings auto-computed from the ledger.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08960"/>
            <a:ext cx="54864" cy="8686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4930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Indirect method: net profit + working-capital changes + investing + financing.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108960"/>
            <a:ext cx="54864" cy="8686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4930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invoices by customer, bucketed 0-30 / 31-60 / 61-90 / 90+.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69080"/>
            <a:ext cx="54864" cy="8686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Aging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453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bills by supplier, same buckets — see who you owe and when.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406908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4069080"/>
            <a:ext cx="54864" cy="8686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Return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4453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VAT − Input VAT for any period. WHT receivable + payable too.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ACCESS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URL. One password. Anywhere.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 on a Windows VPS, fronted by a Cloudflare named tunnel.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783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178308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42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94436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device.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install.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 rot="5400000">
            <a:off x="2286000" y="2971800"/>
            <a:ext cx="274320" cy="27432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2377440"/>
            <a:ext cx="1783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51760" y="2377440"/>
            <a:ext cx="1783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542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edge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88920" y="294436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TLS, DDoS,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DNS proxy.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rot="5400000">
            <a:off x="4480560" y="2971800"/>
            <a:ext cx="274320" cy="27432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377440"/>
            <a:ext cx="1783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77440"/>
            <a:ext cx="178308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542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tunnel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294436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Outbound-only.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open ports.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5400000">
            <a:off x="6675120" y="2971800"/>
            <a:ext cx="274320" cy="27432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2377440"/>
            <a:ext cx="1783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0" y="2377440"/>
            <a:ext cx="178308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2542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SQLite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78040" y="294436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VPS in Lagos.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Password-gated.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https://erp.hagai.online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Password gate at the door · session-based · auto-locked after 5 wrong attempts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tech. On purpose.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Mature, well-documented libraries — the boring stuff stays boring.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86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432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Language runtime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2286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2286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2432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9192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ORM + GL primitives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286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432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of record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2286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2286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6872" y="2432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76872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UI framework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429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29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(Vega-Lite)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" y="3886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Charts on dashboards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14600" y="3429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14600" y="3429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79192" y="3886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invoice export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429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429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28032" y="3886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BizClinik xlsx import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12280" y="3429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12280" y="3429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76872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76872" y="3886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access, zero open ports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patched-up spreadsheet to a real ledger.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Side-by-side: what your business runs on today vs what BizClinik ERP gives you.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3931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69748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Patched-up Excel workbooks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ERP, one URL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81528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081528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81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Paper invoices, manual VAT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081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Auto-VAT invoices + PDF export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65576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465576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65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Separate Word quotations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465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→ SO → Invoice pipeline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49624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849624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849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Hand-typed P&amp;L each month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849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on tap, any period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33672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4233672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233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 card in another file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233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with weighted-avg cost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461772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617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Books that never balance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4617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always = 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SME accounting platform — live.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below is shipped, tested, and running in production at erp.hagai.online.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4028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4144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404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ledger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697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 trail, fiscal period close, void / reverse, fixed-asset depreciation.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224028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24028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2441448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69080" y="2404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Nigeria-ready tax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69080" y="2697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Graduated PAYE, FIRS e-invoice drafts + QR, WHT certificates.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224028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224028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44144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49440" y="2404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reconciliation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2697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Multi-bank CSV (GTB / Access / Zenith / FBN / Moniepoint) + push-in bank feed, auto-match.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56616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76732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8872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0233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Isolated per-tenant databases, per-business subdomains, per-tenant invoice branding.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0" y="356616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356616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9000" y="376732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06908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069080" y="40233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Foreign-denominated invoices &amp; bills; realized + unrealized FX revaluation.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80760" y="356616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80760" y="3566160"/>
            <a:ext cx="73152" cy="1143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3767328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94944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API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49440" y="40233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Paystack / Flutterwave / Moniepoint subscriptions; REST API + webhooks.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— and what's next.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original three-tier plan is complete. Next up: CRM, scale to Postgres, and billing go-live.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2377440"/>
            <a:ext cx="162763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377440"/>
            <a:ext cx="162763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25237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4904" y="276148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books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" y="3218688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 trail, period close, void / reverse, bank reconciliation.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93392" y="2377440"/>
            <a:ext cx="162763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2377440"/>
            <a:ext cx="162763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9696" y="25237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76148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for Nigeria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39696" y="3218688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Graduated PAYE, FIRS e-invoice, WHT, multi-bank imports.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58184" y="2377440"/>
            <a:ext cx="162763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58184" y="2377440"/>
            <a:ext cx="162763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04488" y="25237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04488" y="276148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as SaaS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04488" y="3218688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Multi-tenant, subdomains, billing, API, offsite backups, CI.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22976" y="2377440"/>
            <a:ext cx="162763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22976" y="2377440"/>
            <a:ext cx="1627632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25237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0" y="276148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3218688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Leads, contacts, deal pipeline &amp; follow-up reminders — linked to invoices and statements.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87768" y="2377440"/>
            <a:ext cx="162763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87768" y="2377440"/>
            <a:ext cx="1627632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34072" y="25237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34072" y="276148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go-live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34072" y="3218688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 for concurrency; billing keys; open-banking auto-feeds.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business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real ledger.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2651760" cy="914400"/>
          </a:xfrm>
          <a:prstGeom prst="rect">
            <a:avLst/>
          </a:prstGeom>
          <a:solidFill>
            <a:srgbClr val="1F3864"/>
          </a:solidFill>
          <a:ln w="19050">
            <a:solidFill>
              <a:srgbClr val="0EA5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erp.hagai.online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3383280"/>
            <a:ext cx="2651760" cy="914400"/>
          </a:xfrm>
          <a:prstGeom prst="rect">
            <a:avLst/>
          </a:prstGeom>
          <a:solidFill>
            <a:srgbClr val="1F3864"/>
          </a:solidFill>
          <a:ln w="19050">
            <a:solidFill>
              <a:srgbClr val="0EA5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hello@hagai.online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383280"/>
            <a:ext cx="2651760" cy="914400"/>
          </a:xfrm>
          <a:prstGeom prst="rect">
            <a:avLst/>
          </a:prstGeom>
          <a:solidFill>
            <a:srgbClr val="1F3864"/>
          </a:solidFill>
          <a:ln w="1905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hagai.online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HAG_Ai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BizClinik ERP — Explainer</dc:title>
  <dc:subject>PptxGenJS Presentation</dc:subject>
  <dc:creator>HAG_Ai</dc:creator>
  <cp:lastModifiedBy>HAG_Ai</cp:lastModifiedBy>
  <cp:revision>1</cp:revision>
  <dcterms:created xsi:type="dcterms:W3CDTF">2026-06-05T20:08:27Z</dcterms:created>
  <dcterms:modified xsi:type="dcterms:W3CDTF">2026-06-05T20:08:27Z</dcterms:modified>
</cp:coreProperties>
</file>