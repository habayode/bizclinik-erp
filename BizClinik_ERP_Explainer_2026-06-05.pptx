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4978908"/>
            <a:ext cx="3200400" cy="164592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463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spc="-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spc="-2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48640" y="3154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Double-entry accounting for Nigerian SMEs, on the web.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45034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AE6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HAG_Ai  ·  erp.hagai.online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11480"/>
            <a:ext cx="9144000" cy="4572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hagai.online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SMEs still run on spreadsheets.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classic BizClinik xlsx gives you forms — but no real ledger underneath.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393192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1F3864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194560"/>
            <a:ext cx="73152" cy="10058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2395728"/>
            <a:ext cx="502920" cy="50292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25880" y="23591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double-entry ledger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25880" y="265176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Numbers live in cells. Nothing forces debits to equal credits. Reports drift over time.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663440" y="2194560"/>
            <a:ext cx="393192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1F3864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2194560"/>
            <a:ext cx="73152" cy="10058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92040" y="2395728"/>
            <a:ext cx="502920" cy="50292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532120" y="23591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dashboards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532120" y="265176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P&amp;L, balance sheet and cash flow exist only when someone manually refreshes formulas.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383280"/>
            <a:ext cx="393192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1F3864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383280"/>
            <a:ext cx="73152" cy="10058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3584448"/>
            <a:ext cx="502920" cy="50292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3584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325880" y="35478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Single-user, single-file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325880" y="38404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One person edits at a time. Email the workbook to share. Version conflicts everywhere.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663440" y="3383280"/>
            <a:ext cx="393192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1F3864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663440" y="3383280"/>
            <a:ext cx="73152" cy="10058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92040" y="3584448"/>
            <a:ext cx="502920" cy="50292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92040" y="3584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532120" y="35478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VAT + COGS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532120" y="384048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Output VAT, input VAT, and cost of goods sold are recomputed by hand each month.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229600" y="47777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11480"/>
            <a:ext cx="9144000" cy="4572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hagai.online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proper ERP, built on a system of record.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SQLite ledger · double-entry GL · multi-page web UI · single password gate.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2679192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1F3864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103120"/>
            <a:ext cx="2679192" cy="54864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731520" y="2880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of record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1520" y="32918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 invoice, bill, receipt and payment lands in one balanced journal entry. Trial Balance always equals zero.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319272" y="2103120"/>
            <a:ext cx="2679192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1F3864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319272" y="2103120"/>
            <a:ext cx="2679192" cy="54864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93592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3593592" y="2880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Web, not Excel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593592" y="32918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Multi-page Streamlit UI. Open anywhere. Add a user, share the URL — no file passing.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81344" y="2103120"/>
            <a:ext cx="2679192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1F3864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81344" y="2103120"/>
            <a:ext cx="2679192" cy="54864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55664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455664" y="2880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data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455664" y="32918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SQLite file you can back up, export, audit. CLI + Python API on the same engine.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229600" y="47777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11480"/>
            <a:ext cx="9144000" cy="4572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hagai.online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INSIDE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modules. One ledger.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Each module reads and writes the same general ledger underneath.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2148840"/>
            <a:ext cx="1536192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2148840"/>
            <a:ext cx="73152" cy="114300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313432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265176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Quote / Order / Invoice / Receipt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084832" y="2148840"/>
            <a:ext cx="1536192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84832" y="2148840"/>
            <a:ext cx="73152" cy="1143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86000" y="2313432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286000" y="265176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PO / Bill / Payment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803904" y="2148840"/>
            <a:ext cx="1536192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803904" y="2148840"/>
            <a:ext cx="73152" cy="1143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05072" y="2313432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005072" y="265176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Weighted-avg cost, stock card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522976" y="2148840"/>
            <a:ext cx="1536192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522976" y="2148840"/>
            <a:ext cx="73152" cy="1143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24144" y="2313432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724144" y="265176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Transfers, charges, reconcile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242048" y="2148840"/>
            <a:ext cx="1536192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242048" y="2148840"/>
            <a:ext cx="73152" cy="1143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43216" y="2313432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443216" y="265176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PAYE, pension, payslips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65760" y="3474720"/>
            <a:ext cx="1536192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65760" y="3474720"/>
            <a:ext cx="73152" cy="1143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3639312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Ledger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66928" y="39776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Trial balance, journal entry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084832" y="3474720"/>
            <a:ext cx="1536192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2084832" y="3474720"/>
            <a:ext cx="73152" cy="114300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0" y="3639312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2286000" y="39776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P&amp;L, BS, CF, AR/AP aging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803904" y="3474720"/>
            <a:ext cx="1536192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3803904" y="3474720"/>
            <a:ext cx="73152" cy="1143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005072" y="3639312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4005072" y="39776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VAT return, WHT position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522976" y="3474720"/>
            <a:ext cx="1536192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5522976" y="3474720"/>
            <a:ext cx="73152" cy="1143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24144" y="3639312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724144" y="39776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Company, customers, suppliers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242048" y="3474720"/>
            <a:ext cx="1536192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7242048" y="3474720"/>
            <a:ext cx="73152" cy="1143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3216" y="3639312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7443216" y="39776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Import xlsx, manage DB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8229600" y="47777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11480"/>
            <a:ext cx="9144000" cy="4572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hagai.online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CYCLE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 → Order → Invoice → Receipt.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Issuing the invoice auto-posts revenue, VAT, AR, and COGS in one journal entry.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502920" cy="502920"/>
          </a:xfrm>
          <a:prstGeom prst="ellipse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97280" y="2359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26517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Customer + line items. No ledger impact.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606040" y="2377440"/>
            <a:ext cx="502920" cy="502920"/>
          </a:xfrm>
          <a:prstGeom prst="ellipse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0604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246120" y="2359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Order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246120" y="26517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Convert quote when accepted. Operational only.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754880" y="2377440"/>
            <a:ext cx="502920" cy="502920"/>
          </a:xfrm>
          <a:prstGeom prst="ellipse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394960" y="2359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394960" y="26517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Auto-posts DR Receivable · CR Revenue · CR Output VAT · plus DR COGS · CR Inventory at avg cost.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903720" y="2377440"/>
            <a:ext cx="502920" cy="502920"/>
          </a:xfrm>
          <a:prstGeom prst="ellipse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0372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543800" y="2359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543800" y="26517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DR Bank · CR Receivable. Marks invoice paid / partial.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 rot="5400000">
            <a:off x="2331720" y="2514600"/>
            <a:ext cx="228600" cy="228600"/>
          </a:xfrm>
          <a:prstGeom prst="rtTriangl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5400000">
            <a:off x="4480560" y="2514600"/>
            <a:ext cx="228600" cy="228600"/>
          </a:xfrm>
          <a:prstGeom prst="rtTriangl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5400000">
            <a:off x="6629400" y="2514600"/>
            <a:ext cx="228600" cy="228600"/>
          </a:xfrm>
          <a:prstGeom prst="rtTriangl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069080"/>
            <a:ext cx="8229600" cy="8229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114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AE6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Balance impact of one invoice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5800" y="44348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Accounts Receivable     ·     CR Sales     ·     CR Output VAT     ·     DR COGS     ·     CR Inventory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229600" y="47777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11480"/>
            <a:ext cx="9144000" cy="4572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hagai.online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CYCLE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 → Bill → Payment.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Receiving a bill capitalises inventory or expenses it, and updates weighted-avg cost.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502920" cy="502920"/>
          </a:xfrm>
          <a:prstGeom prst="ellipse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97280" y="2359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Order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26517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Supplier + items. Operational only.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606040" y="2377440"/>
            <a:ext cx="502920" cy="502920"/>
          </a:xfrm>
          <a:prstGeom prst="ellipse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0604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246120" y="2359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246120" y="26517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Stockable lines: DR Inventory · DR Input VAT · CR Payable. Non-stock: DR expense account.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754880" y="2377440"/>
            <a:ext cx="502920" cy="502920"/>
          </a:xfrm>
          <a:prstGeom prst="ellipse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394960" y="2359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movement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394960" y="26517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Auto-update qty on hand + recompute avg cost: ((qty × avg) + (new × rate)) ÷ total.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903720" y="2377440"/>
            <a:ext cx="502920" cy="502920"/>
          </a:xfrm>
          <a:prstGeom prst="ellipse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0372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543800" y="2359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543800" y="26517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DR Payable · CR Bank. Marks bill paid / partial.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 rot="5400000">
            <a:off x="2331720" y="2514600"/>
            <a:ext cx="228600" cy="228600"/>
          </a:xfrm>
          <a:prstGeom prst="rtTriangl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5400000">
            <a:off x="4480560" y="2514600"/>
            <a:ext cx="228600" cy="228600"/>
          </a:xfrm>
          <a:prstGeom prst="rtTriangl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5400000">
            <a:off x="6629400" y="2514600"/>
            <a:ext cx="228600" cy="228600"/>
          </a:xfrm>
          <a:prstGeom prst="rtTriangl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069080"/>
            <a:ext cx="8229600" cy="8229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114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AE6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Balance impact of one bill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5800" y="44348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Inventory  ·  DR Input VAT     ·     CR Accounts Payable     ·     stock card + avg cost updated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229600" y="47777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11480"/>
            <a:ext cx="9144000" cy="4572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hagai.online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 comes from the ledger.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Reports are derived, not typed. The numbers can't drift.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3840480" cy="23774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4688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57200" y="2926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57200" y="32918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Liabilities  +  Equity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" y="39319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AE6F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Enforced at every JE post.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17720" y="2194560"/>
            <a:ext cx="45720" cy="73152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1945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= CR at post time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00600" y="24688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Refuse the entry if it doesn't balance. No bad data enters the books.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17720" y="2999232"/>
            <a:ext cx="45720" cy="73152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299923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derive from the GL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00600" y="32735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P&amp;L, Balance Sheet, Cash Flow read posted journal lines — never spreadsheet cells.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17720" y="3803904"/>
            <a:ext cx="45720" cy="73152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380390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Audit-friendly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00600" y="407822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 transaction has an entry no. Drill from any report cell to its source documents.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229600" y="47777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11480"/>
            <a:ext cx="9144000" cy="4572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hagai.online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ZERO-FRICTION MIGRATION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in your existing BizClinik workbook.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Customers, suppliers, products and every historical row get posted as proper journal entries.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377440"/>
            <a:ext cx="246888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1F3864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2377440"/>
            <a:ext cx="2468880" cy="5486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560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xlsx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288036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Company Details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List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Supplier Module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Customer Module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Operating Module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Chart of Accounts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 rot="5400000">
            <a:off x="3383280" y="3154680"/>
            <a:ext cx="457200" cy="365760"/>
          </a:xfrm>
          <a:prstGeom prst="rtTriangle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54680" y="27432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971800" y="36118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bizclinik_erp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import-bizclinik file.xlsx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297680" y="2377440"/>
            <a:ext cx="4389120" cy="18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26280" y="25603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 — live ledger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26280" y="288036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Master records: customers, suppliers, products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Balanced journal entries per row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at weighted-avg cost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Trial Balance balances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P&amp;L, Balance Sheet, Cash Flow available immediately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0" y="47777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11480"/>
            <a:ext cx="9144000" cy="4572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hagai.online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REPORTS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Statements you can hand to your accountant.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Date-filter any report. Drill into a number to see the supporting transactions.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40233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148840"/>
            <a:ext cx="54864" cy="86868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25856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53288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Revenue, direct costs, gross profit, opex, net profit — by period.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2148840"/>
            <a:ext cx="40233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2148840"/>
            <a:ext cx="54864" cy="86868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225856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Sheet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46320" y="253288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= L + E, with current-year earnings auto-computed from the ledger.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108960"/>
            <a:ext cx="40233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108960"/>
            <a:ext cx="54864" cy="86868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2186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Flow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349300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Indirect method: net profit + working-capital changes + investing + financing.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63440" y="3108960"/>
            <a:ext cx="40233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3108960"/>
            <a:ext cx="54864" cy="86868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32186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Aging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846320" y="349300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Open invoices by customer, bucketed 0-30 / 31-60 / 61-90 / 90+.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4069080"/>
            <a:ext cx="40233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4069080"/>
            <a:ext cx="54864" cy="86868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1788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 Aging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0080" y="445312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Open bills by supplier, same buckets — see who you owe and when.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63440" y="4069080"/>
            <a:ext cx="40233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4069080"/>
            <a:ext cx="54864" cy="86868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0" y="41788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 Return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846320" y="445312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Output VAT − Input VAT for any period. WHT receivable + payable too.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229600" y="47777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11480"/>
            <a:ext cx="9144000" cy="4572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hagai.online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&amp; ACCESS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URL. One password. Anywhere.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Streamlit on a Windows VPS, fronted by a Cloudflare named tunnel.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17830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1F3864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377440"/>
            <a:ext cx="1783080" cy="54864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54203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browser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94360" y="2944368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Any device.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install.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 rot="5400000">
            <a:off x="2286000" y="2971800"/>
            <a:ext cx="274320" cy="274320"/>
          </a:xfrm>
          <a:prstGeom prst="rtTriangl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51760" y="2377440"/>
            <a:ext cx="17830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1F3864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651760" y="2377440"/>
            <a:ext cx="17830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88920" y="254203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edge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788920" y="2944368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TLS, DDoS,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DNS proxy.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 rot="5400000">
            <a:off x="4480560" y="2971800"/>
            <a:ext cx="274320" cy="274320"/>
          </a:xfrm>
          <a:prstGeom prst="rtTriangl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377440"/>
            <a:ext cx="17830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1F3864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46320" y="2377440"/>
            <a:ext cx="1783080" cy="5486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83480" y="254203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tunnel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983480" y="2944368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Outbound-only.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open ports.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 rot="5400000">
            <a:off x="6675120" y="2971800"/>
            <a:ext cx="274320" cy="274320"/>
          </a:xfrm>
          <a:prstGeom prst="rtTriangl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040880" y="2377440"/>
            <a:ext cx="17830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1F3864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040880" y="2377440"/>
            <a:ext cx="1783080" cy="5486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040" y="254203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+ SQLite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178040" y="2944368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VPS in Lagos.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Password-gated.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https://erp.hagai.online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Password gate at the door · session-based · auto-locked after 5 wrong attempts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29600" y="47777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11480"/>
            <a:ext cx="9144000" cy="4572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hagai.online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Boring tech. On purpose.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Mature, well-documented libraries — the boring stuff stays boring.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2286000"/>
            <a:ext cx="19659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2286000"/>
            <a:ext cx="54864" cy="914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" y="2432304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30352" y="27432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Language runtime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514600" y="2286000"/>
            <a:ext cx="19659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514600" y="2286000"/>
            <a:ext cx="54864" cy="914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79192" y="2432304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 2.0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679192" y="27432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ORM + GL primitives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2286000"/>
            <a:ext cx="19659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286000"/>
            <a:ext cx="54864" cy="914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28032" y="2432304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(WAL)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28032" y="27432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System of record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812280" y="2286000"/>
            <a:ext cx="19659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12280" y="2286000"/>
            <a:ext cx="54864" cy="914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76872" y="2432304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976872" y="27432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Web UI framework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3429000"/>
            <a:ext cx="19659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65760" y="3429000"/>
            <a:ext cx="54864" cy="914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0352" y="3575304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Altair (Vega-Lite)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0352" y="38862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Charts on dashboards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14600" y="3429000"/>
            <a:ext cx="19659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2514600" y="3429000"/>
            <a:ext cx="54864" cy="914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9192" y="3575304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ReportLab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2679192" y="38862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PDF invoice export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663440" y="3429000"/>
            <a:ext cx="19659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663440" y="3429000"/>
            <a:ext cx="54864" cy="914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28032" y="3575304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openpyxl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828032" y="38862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BizClinik xlsx import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812280" y="3429000"/>
            <a:ext cx="19659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812280" y="3429000"/>
            <a:ext cx="54864" cy="914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976872" y="3575304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Tunnel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976872" y="38862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Public access, zero open ports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229600" y="47777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11480"/>
            <a:ext cx="9144000" cy="4572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hagai.online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patched-up spreadsheet to a real ledger.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Side-by-side: what your business runs on today vs what BizClinik ERP gives you.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3931920" cy="4572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1945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2194560"/>
            <a:ext cx="3931920" cy="4572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21945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39319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54880" y="2697480"/>
            <a:ext cx="39319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6974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Patched-up Excel workbooks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26974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 ERP, one URL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081528"/>
            <a:ext cx="39319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54880" y="3081528"/>
            <a:ext cx="39319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08152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Paper invoices, manual VAT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37760" y="308152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Auto-VAT invoices + PDF export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465576"/>
            <a:ext cx="39319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4880" y="3465576"/>
            <a:ext cx="39319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46557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Separate Word quotations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37760" y="346557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 → SO → Invoice pipeline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849624"/>
            <a:ext cx="39319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54880" y="3849624"/>
            <a:ext cx="39319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84962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Hand-typed P&amp;L each month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37760" y="384962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on tap, any period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4233672"/>
            <a:ext cx="39319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54880" y="4233672"/>
            <a:ext cx="39319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423367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Stock card in another file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37760" y="423367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with weighted-avg cost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4617720"/>
            <a:ext cx="39319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54880" y="4617720"/>
            <a:ext cx="39319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6177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Books that never balance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37760" y="46177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Balance always = 0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229600" y="47777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11480"/>
            <a:ext cx="9144000" cy="4572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hagai.online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TODAY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SME accounting platform — live.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Everything below is shipped, tested, and running in production at erp.hagai.online.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2240280"/>
            <a:ext cx="274320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1F3864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2240280"/>
            <a:ext cx="73152" cy="1143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41448"/>
            <a:ext cx="502920" cy="5029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88720" y="24048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Double-entry ledger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6974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Audit trail, fiscal period close, void / reverse, fixed-asset depreciation.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0" y="2240280"/>
            <a:ext cx="274320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1F3864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0" y="2240280"/>
            <a:ext cx="73152" cy="11430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29000" y="2441448"/>
            <a:ext cx="502920" cy="5029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2900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069080" y="24048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Nigeria-ready tax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069080" y="26974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Graduated PAYE, FIRS e-invoice drafts + QR, WHT certificates.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080760" y="2240280"/>
            <a:ext cx="274320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1F3864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080760" y="2240280"/>
            <a:ext cx="73152" cy="1143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09360" y="2441448"/>
            <a:ext cx="502920" cy="50292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949440" y="24048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reconciliation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949440" y="26974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Multi-bank CSV (GTB / Access / Zenith / FBN / Moniepoint) + push-in bank feed, auto-match.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20040" y="3566160"/>
            <a:ext cx="274320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1F3864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20040" y="3566160"/>
            <a:ext cx="73152" cy="1143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3767328"/>
            <a:ext cx="502920" cy="5029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767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37307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SaaS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188720" y="402336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Isolated per-tenant databases, per-business subdomains, per-tenant invoice branding.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200400" y="3566160"/>
            <a:ext cx="274320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1F3864">
                <a:alpha val="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00400" y="3566160"/>
            <a:ext cx="73152" cy="1143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29000" y="3767328"/>
            <a:ext cx="502920" cy="5029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29000" y="3767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4069080" y="37307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Multi-currency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069080" y="402336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Foreign-denominated invoices &amp; bills; realized + unrealized FX revaluation.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080760" y="3566160"/>
            <a:ext cx="274320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1F3864">
                <a:alpha val="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080760" y="3566160"/>
            <a:ext cx="73152" cy="114300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09360" y="3767328"/>
            <a:ext cx="502920" cy="502920"/>
          </a:xfrm>
          <a:prstGeom prst="ellipse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09360" y="3767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6949440" y="37307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&amp; API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6949440" y="402336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Paystack / Flutterwave / Moniepoint subscriptions; REST API + webhooks.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229600" y="47777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11480"/>
            <a:ext cx="9144000" cy="4572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BizClinik ERP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hagai.online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— and what's next.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original three-tier plan is complete. One foundational item remains, plus go-live inputs.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196596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377440"/>
            <a:ext cx="1965960" cy="5486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54203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7889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the books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24612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Audit trail, period close, void / reverse, real bank reconciliation.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606040" y="2377440"/>
            <a:ext cx="196596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606040" y="2377440"/>
            <a:ext cx="1965960" cy="5486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88920" y="254203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788920" y="27889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for Nigeria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788920" y="324612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Graduated PAYE, FIRS e-invoice, WHT, multi-bank statement imports.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54880" y="2377440"/>
            <a:ext cx="196596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2377440"/>
            <a:ext cx="1965960" cy="5486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254203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937760" y="27889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 as SaaS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937760" y="324612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Multi-tenant, subdomains, billing, REST API, encrypted offsite backups, CI + uptime.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903720" y="2377440"/>
            <a:ext cx="196596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1F3864">
                <a:alpha val="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903720" y="2377440"/>
            <a:ext cx="1965960" cy="54864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86600" y="254203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086600" y="27889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&amp; go-live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086600" y="324612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Postgres for concurrency; billing go-live (provider keys); open-banking auto-feeds.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229600" y="47777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your business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548640" y="21031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spc="-1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real ledger.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2651760" cy="914400"/>
          </a:xfrm>
          <a:prstGeom prst="rect">
            <a:avLst/>
          </a:prstGeom>
          <a:solidFill>
            <a:srgbClr val="1F3864"/>
          </a:solidFill>
          <a:ln w="19050">
            <a:solidFill>
              <a:srgbClr val="0EA5A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3456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3749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erp.hagai.online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83280" y="3383280"/>
            <a:ext cx="2651760" cy="914400"/>
          </a:xfrm>
          <a:prstGeom prst="rect">
            <a:avLst/>
          </a:prstGeom>
          <a:solidFill>
            <a:srgbClr val="1F3864"/>
          </a:solidFill>
          <a:ln w="19050">
            <a:solidFill>
              <a:srgbClr val="0EA5A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3456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 to us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566160" y="3749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hello@hagai.online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383280"/>
            <a:ext cx="2651760" cy="914400"/>
          </a:xfrm>
          <a:prstGeom prst="rect">
            <a:avLst/>
          </a:prstGeom>
          <a:solidFill>
            <a:srgbClr val="1F3864"/>
          </a:solidFill>
          <a:ln w="19050">
            <a:solidFill>
              <a:srgbClr val="0EA5A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3456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0" y="3749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hagai.online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0" y="5006340"/>
            <a:ext cx="9144000" cy="13716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HAG_Ai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BizClinik ERP — Explainer</dc:title>
  <dc:subject>PptxGenJS Presentation</dc:subject>
  <dc:creator>HAG_Ai</dc:creator>
  <cp:lastModifiedBy>HAG_Ai</cp:lastModifiedBy>
  <cp:revision>1</cp:revision>
  <dcterms:created xsi:type="dcterms:W3CDTF">2026-06-05T20:05:21Z</dcterms:created>
  <dcterms:modified xsi:type="dcterms:W3CDTF">2026-06-05T20:05:21Z</dcterms:modified>
</cp:coreProperties>
</file>